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n albalkhi" initials="la" lastIdx="1" clrIdx="0">
    <p:extLst>
      <p:ext uri="{19B8F6BF-5375-455C-9EA6-DF929625EA0E}">
        <p15:presenceInfo xmlns:p15="http://schemas.microsoft.com/office/powerpoint/2012/main" userId="013c30b8b9a661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7T23:33:19.499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4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0515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77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9535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77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92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5017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7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5468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5573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351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428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20631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829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91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247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4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E57592-A2C6-404B-AF9C-4B958F5428BF}" type="datetimeFigureOut">
              <a:rPr lang="ar-SA" smtClean="0"/>
              <a:t>11/09/1447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17D353-4609-4286-BF9B-B05B7C0289A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2735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0CEE-7205-4073-B158-07836009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980240" cy="1515533"/>
          </a:xfrm>
        </p:spPr>
        <p:txBody>
          <a:bodyPr/>
          <a:lstStyle/>
          <a:p>
            <a:r>
              <a:rPr lang="en-US" dirty="0"/>
              <a:t>Computer Graphics 1</a:t>
            </a:r>
            <a:r>
              <a:rPr lang="en-US" baseline="30000" dirty="0"/>
              <a:t>st</a:t>
            </a:r>
            <a:r>
              <a:rPr lang="en-US" dirty="0"/>
              <a:t> Project</a:t>
            </a:r>
            <a:endParaRPr lang="ar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BCA42-416B-4B67-9809-423EAFA9B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Day-Night scene using OpenGL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80328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92813-FBDA-4C23-AB16-B45A1FCC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project ?</a:t>
            </a:r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73B94-23C4-44DF-813D-F37A927B3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It is a 2D animated scene that simulates a moving car </a:t>
            </a:r>
          </a:p>
          <a:p>
            <a:pPr algn="l" rtl="0"/>
            <a:r>
              <a:rPr lang="en-US" dirty="0"/>
              <a:t>It also shows the changes between day and night</a:t>
            </a:r>
          </a:p>
          <a:p>
            <a:pPr algn="l" rtl="0"/>
            <a:r>
              <a:rPr lang="en-US" dirty="0"/>
              <a:t>These changes appear by the changing of the sky colors in addition to alternation between the sun and the moon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0011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507D-F69A-4B36-BC09-D4815F2F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technical and the main concepts used in this project </a:t>
            </a:r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FAF4-2B5F-443E-B39C-C4F82CC78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205162" cy="3318936"/>
          </a:xfrm>
        </p:spPr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VAO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VBO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GLSL Shaders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Uniforms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Depth Testing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Blending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Time-based Animation</a:t>
            </a:r>
          </a:p>
          <a:p>
            <a:pPr algn="l" rtl="0"/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CB76A-AC87-4A86-A4C2-AC606A14B6E7}"/>
              </a:ext>
            </a:extLst>
          </p:cNvPr>
          <p:cNvSpPr txBox="1"/>
          <p:nvPr/>
        </p:nvSpPr>
        <p:spPr>
          <a:xfrm>
            <a:off x="10905223" y="4759030"/>
            <a:ext cx="2714380" cy="56329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r-SA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A9336F-D431-408F-A453-6348D17E1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974504"/>
            <a:ext cx="6893668" cy="22236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used VAO and VBO to manage vertex data.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Uniforms were used to control movement and color dynamically.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testing was enabled to manage object layering.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Blending was used to implement window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16326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E63F-031F-4C7C-B9D6-3EDB7687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I faced &amp; The Solutions</a:t>
            </a:r>
            <a:endParaRPr lang="ar-S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5BAF-16A1-4F57-AC94-0D0678A091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l" rtl="0"/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Objects disappearing due to depth testing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Blue screen issue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Circle rendering using TRIANGLE_FAN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dirty="0"/>
              <a:t>Moon clipping at screen edge</a:t>
            </a:r>
          </a:p>
          <a:p>
            <a:pPr algn="l" rtl="0"/>
            <a:endParaRPr lang="ar-SA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184F7E-14F0-432D-ADCF-D93C1342094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87857" y="2732288"/>
            <a:ext cx="4405695" cy="3366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faced an issue where enabling depth test caused objects to disappear.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fixed it by adjusting Z-values correctly.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challenge was generating circles, which I solved using GL_TRIANGLE_FAN.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also adjusted the moon movement limits to prevent clipping.</a:t>
            </a:r>
          </a:p>
        </p:txBody>
      </p:sp>
    </p:spTree>
    <p:extLst>
      <p:ext uri="{BB962C8B-B14F-4D97-AF65-F5344CB8AC3E}">
        <p14:creationId xmlns:p14="http://schemas.microsoft.com/office/powerpoint/2010/main" val="306314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A7CE79-4B54-4881-8A93-5181A5F3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  <a:endParaRPr lang="ar-SA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1447B12-73B4-47B9-A6FB-7A2D95CDF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2" y="1932866"/>
            <a:ext cx="8043863" cy="419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glfwGetTime()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fmod() for looping motion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sin() for smooth color transitions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Offset uniform for movement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used glfwGetTime() to create time-based animation.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car movement is calculated using fmod to create continuous looping.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sky color transitions smoothly using the sine function.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 movement is applied using a uniform offset variable.</a:t>
            </a:r>
          </a:p>
        </p:txBody>
      </p:sp>
    </p:spTree>
    <p:extLst>
      <p:ext uri="{BB962C8B-B14F-4D97-AF65-F5344CB8AC3E}">
        <p14:creationId xmlns:p14="http://schemas.microsoft.com/office/powerpoint/2010/main" val="387021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0C4C-1F5A-4E5D-8A63-75AA547A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&amp; Blending</a:t>
            </a:r>
            <a:endParaRPr lang="ar-S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C50291-9E60-47E5-B437-805AAB90E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2392352"/>
            <a:ext cx="81724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glEnable(GL_DEPTH_TEST)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glDepthFunc(GL_LESS)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glEnable(GL_BLEND)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glBlendFunc(GL_SRC_ALPHA, GL_ONE_MINUS_SRC_ALPHA)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glDepthMask(GL_FALSE) for transparent window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testing ensures proper layering of objects using the Z-axis.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window uses blending with alpha transparency.</a:t>
            </a:r>
            <a:b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disabled depth writing temporarily using glDepthMask(false) to prevent visual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013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340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Computer Graphics 1st Project</vt:lpstr>
      <vt:lpstr>What is this project ?</vt:lpstr>
      <vt:lpstr>The technical and the main concepts used in this project </vt:lpstr>
      <vt:lpstr>The Challenges I faced &amp; The Solutions</vt:lpstr>
      <vt:lpstr>Animation</vt:lpstr>
      <vt:lpstr>Depth &amp; Blending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 1st Project</dc:title>
  <dc:creator>leen albalkhi</dc:creator>
  <cp:lastModifiedBy>leen albalkhi</cp:lastModifiedBy>
  <cp:revision>3</cp:revision>
  <dcterms:created xsi:type="dcterms:W3CDTF">2026-02-27T20:19:04Z</dcterms:created>
  <dcterms:modified xsi:type="dcterms:W3CDTF">2026-02-27T20:46:07Z</dcterms:modified>
</cp:coreProperties>
</file>