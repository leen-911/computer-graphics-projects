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6" r:id="rId6"/>
    <p:sldId id="262" r:id="rId7"/>
    <p:sldId id="263" r:id="rId8"/>
    <p:sldId id="264" r:id="rId9"/>
    <p:sldId id="261" r:id="rId10"/>
    <p:sldId id="260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en albalkhi" initials="la" lastIdx="1" clrIdx="0">
    <p:extLst>
      <p:ext uri="{19B8F6BF-5375-455C-9EA6-DF929625EA0E}">
        <p15:presenceInfo xmlns:p15="http://schemas.microsoft.com/office/powerpoint/2012/main" userId="013c30b8b9a661c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27T23:33:19.499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547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05155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771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95357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772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925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50171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177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154689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455736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53514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4284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20631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8297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4891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2476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2343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EE57592-A2C6-404B-AF9C-4B958F5428BF}" type="datetimeFigureOut">
              <a:rPr lang="ar-SA" smtClean="0"/>
              <a:t>11/09/1447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717D353-4609-4286-BF9B-B05B7C0289A2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2735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1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2857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50CEE-7205-4073-B158-0783600920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980240" cy="1515533"/>
          </a:xfrm>
        </p:spPr>
        <p:txBody>
          <a:bodyPr/>
          <a:lstStyle/>
          <a:p>
            <a:r>
              <a:rPr lang="en-US" dirty="0"/>
              <a:t>Computer Graphics 1</a:t>
            </a:r>
            <a:r>
              <a:rPr lang="en-US" baseline="30000" dirty="0"/>
              <a:t>st</a:t>
            </a:r>
            <a:r>
              <a:rPr lang="en-US" dirty="0"/>
              <a:t> Project</a:t>
            </a:r>
            <a:endParaRPr lang="ar-S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1BCA42-416B-4B67-9809-423EAFA9BE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Day-Night scene using OpenGL</a:t>
            </a:r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1803286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92813-FBDA-4C23-AB16-B45A1FCC6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this project ?</a:t>
            </a:r>
            <a:endParaRPr lang="ar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73B94-23C4-44DF-813D-F37A927B3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It is a 2D animated scene that simulates a moving car </a:t>
            </a:r>
          </a:p>
          <a:p>
            <a:pPr algn="l" rtl="0"/>
            <a:r>
              <a:rPr lang="en-US" dirty="0"/>
              <a:t>It also shows the changes between day and night</a:t>
            </a:r>
          </a:p>
          <a:p>
            <a:pPr algn="l" rtl="0"/>
            <a:r>
              <a:rPr lang="en-US" dirty="0"/>
              <a:t>These changes appear by the changing of the sky colors in addition to alternation between the sun and the moon</a:t>
            </a:r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200112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F507D-F69A-4B36-BC09-D4815F2F7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technical and the main concepts used in this project </a:t>
            </a:r>
            <a:endParaRPr lang="ar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8FAF4-2B5F-443E-B39C-C4F82CC78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3205162" cy="3318936"/>
          </a:xfrm>
        </p:spPr>
        <p:txBody>
          <a:bodyPr>
            <a:normAutofit fontScale="92500" lnSpcReduction="20000"/>
          </a:bodyPr>
          <a:lstStyle/>
          <a:p>
            <a:pPr marL="0" indent="0" algn="l" rtl="0">
              <a:buNone/>
            </a:pPr>
            <a:endParaRPr lang="en-US" dirty="0"/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VAO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VBO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GLSL Shaders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Uniforms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Depth Testing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Blending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Time-based Animation</a:t>
            </a:r>
          </a:p>
          <a:p>
            <a:pPr algn="l" rtl="0"/>
            <a:endParaRPr lang="ar-S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CB76A-AC87-4A86-A4C2-AC606A14B6E7}"/>
              </a:ext>
            </a:extLst>
          </p:cNvPr>
          <p:cNvSpPr txBox="1"/>
          <p:nvPr/>
        </p:nvSpPr>
        <p:spPr>
          <a:xfrm>
            <a:off x="10905223" y="4759030"/>
            <a:ext cx="2714380" cy="563298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SA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8A9336F-D431-408F-A453-6348D17E10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63" y="2974504"/>
            <a:ext cx="6893668" cy="222362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used VAO and VBO to manage vertex data.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Uniforms were used to control movement and color dynamically.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Depth testing was enabled to manage object layering.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Blending was used to implement window transparency.</a:t>
            </a:r>
          </a:p>
        </p:txBody>
      </p:sp>
    </p:spTree>
    <p:extLst>
      <p:ext uri="{BB962C8B-B14F-4D97-AF65-F5344CB8AC3E}">
        <p14:creationId xmlns:p14="http://schemas.microsoft.com/office/powerpoint/2010/main" val="1163262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E63F-031F-4C7C-B9D6-3EDB7687C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 I faced &amp; The Solutions</a:t>
            </a:r>
            <a:endParaRPr lang="ar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25BAF-16A1-4F57-AC94-0D0678A091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algn="l" rtl="0"/>
            <a:endParaRPr lang="en-US" dirty="0"/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Objects disappearing due to depth testing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Blue screen issue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Circle rendering using TRIANGLE_FAN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Moon clipping at screen edge</a:t>
            </a:r>
          </a:p>
          <a:p>
            <a:pPr algn="l" rtl="0"/>
            <a:endParaRPr lang="ar-SA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C184F7E-14F0-432D-ADCF-D93C1342094C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487857" y="2732288"/>
            <a:ext cx="4405695" cy="336624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faced an issue where enabling depth test caused objects to disappear.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fixed it by adjusting Z-values correctly.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Another challenge was generating circles, which I solved using GL_TRIANGLE_FAN.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also adjusted the moon movement limits to prevent clipping.</a:t>
            </a:r>
          </a:p>
        </p:txBody>
      </p:sp>
    </p:spTree>
    <p:extLst>
      <p:ext uri="{BB962C8B-B14F-4D97-AF65-F5344CB8AC3E}">
        <p14:creationId xmlns:p14="http://schemas.microsoft.com/office/powerpoint/2010/main" val="3063140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6CA3-D12B-42F3-9B88-801C4AF86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for Building this Program</a:t>
            </a:r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2864826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A0ECF6E-A8A2-484C-A90A-E54D9A023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Environment Setup</a:t>
            </a:r>
            <a:endParaRPr lang="ar-S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4CCAD-8331-4E4A-9E53-3741C45C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endParaRPr lang="en-US" dirty="0"/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Initialized GLFW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Initialized GLEW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Created OpenGL 3.3 Core context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Configured viewport callback</a:t>
            </a:r>
          </a:p>
          <a:p>
            <a:pPr marL="0" indent="0" algn="l" rtl="0">
              <a:buNone/>
            </a:pPr>
            <a:endParaRPr lang="en-US" dirty="0"/>
          </a:p>
          <a:p>
            <a:pPr algn="l" rtl="0"/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246637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89E5-BE72-44CF-AECB-6BC6F769B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Shader Program Creation</a:t>
            </a:r>
            <a:endParaRPr lang="ar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B8E21-A94A-4007-86DD-D44009526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endParaRPr lang="en-US" dirty="0"/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Created Vertex Shader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Created Fragment Shader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Compiled and linked shader program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Checked for compilation errors</a:t>
            </a:r>
          </a:p>
          <a:p>
            <a:pPr algn="l" rtl="0"/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4089627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EC819-A58B-434F-9A26-FFB5FEC3B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Basic Shapes</a:t>
            </a:r>
            <a:endParaRPr lang="ar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04B8C-37FC-4B43-9AAE-95215AE0E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endParaRPr lang="en-US" dirty="0"/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Sky (background rectangle)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Road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Car body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Window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Used VAO + VBO for each object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Assigned Z values for layering</a:t>
            </a:r>
          </a:p>
          <a:p>
            <a:pPr algn="l" rtl="0"/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4143513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0C4C-1F5A-4E5D-8A63-75AA547AF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&amp; Blending</a:t>
            </a:r>
            <a:endParaRPr lang="ar-S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FC50291-9E60-47E5-B437-805AAB90E4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7275" y="2392352"/>
            <a:ext cx="817245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SA" altLang="ar-S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glEnable(GL_DEPTH_TEST)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glDepthFunc(GL_LESS)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glEnable(GL_BLEND)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glBlendFunc(GL_SRC_ALPHA, GL_ONE_MINUS_SRC_ALPHA)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glDepthMask(GL_FALSE) for transparent window</a:t>
            </a:r>
            <a:endParaRPr kumimoji="0" lang="en-US" altLang="ar-S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ar-SA" altLang="ar-S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Depth testing ensures proper layering of objects using the Z-axis.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window uses blending with alpha transparency.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disabled depth writing temporarily using glDepthMask(false) to prevent visual artifacts.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SA" altLang="ar-S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4013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CA7CE79-4B54-4881-8A93-5181A5F3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Animation</a:t>
            </a:r>
            <a:endParaRPr lang="ar-SA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1447B12-73B4-47B9-A6FB-7A2D95CDF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2" y="1932866"/>
            <a:ext cx="8043863" cy="41972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ar-SA" altLang="ar-S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glfwGetTime()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fmod() for looping motion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sin() for smooth color transitions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Offset uniform for movement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ar-SA" altLang="ar-S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used glfwGetTime() to create time-based animation.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car movement is calculated using fmod to create continuous looping.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sky color transitions smoothly using the sine function.</a:t>
            </a:r>
            <a:b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 movement is applied using a uniform offset variable.</a:t>
            </a:r>
          </a:p>
        </p:txBody>
      </p:sp>
    </p:spTree>
    <p:extLst>
      <p:ext uri="{BB962C8B-B14F-4D97-AF65-F5344CB8AC3E}">
        <p14:creationId xmlns:p14="http://schemas.microsoft.com/office/powerpoint/2010/main" val="3870218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42AF-DF30-4DEF-8178-C771947BB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Circles (Sun, Moon, Wheels)</a:t>
            </a:r>
            <a:endParaRPr lang="ar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ABD74-94FB-457D-A6FA-3504E8782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endParaRPr lang="en-US" dirty="0"/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Generated circular vertices mathematically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Used cos() and sin()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dirty="0"/>
              <a:t>Rendered using GL_TRIANGLE_FAN</a:t>
            </a:r>
          </a:p>
          <a:p>
            <a:pPr algn="l" rtl="0"/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30014885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66</TotalTime>
  <Words>428</Words>
  <Application>Microsoft Office PowerPoint</Application>
  <PresentationFormat>Widescreen</PresentationFormat>
  <Paragraphs>66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Garamond</vt:lpstr>
      <vt:lpstr>Organic</vt:lpstr>
      <vt:lpstr>Computer Graphics 1st Project</vt:lpstr>
      <vt:lpstr>What is this project ?</vt:lpstr>
      <vt:lpstr>The technical and the main concepts used in this project </vt:lpstr>
      <vt:lpstr>The Challenges I faced &amp; The Solutions</vt:lpstr>
      <vt:lpstr>The Steps for Building this Program</vt:lpstr>
      <vt:lpstr>Environment Setup</vt:lpstr>
      <vt:lpstr>Shader Program Creation</vt:lpstr>
      <vt:lpstr>Creating Basic Shapes</vt:lpstr>
      <vt:lpstr>Depth &amp; Blending</vt:lpstr>
      <vt:lpstr>Animation</vt:lpstr>
      <vt:lpstr>Creating Circles (Sun, Moon, Wheels)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Graphics 1st Project</dc:title>
  <dc:creator>leen albalkhi</dc:creator>
  <cp:lastModifiedBy>leen albalkhi</cp:lastModifiedBy>
  <cp:revision>6</cp:revision>
  <dcterms:created xsi:type="dcterms:W3CDTF">2026-02-27T20:19:04Z</dcterms:created>
  <dcterms:modified xsi:type="dcterms:W3CDTF">2026-02-27T21:25:32Z</dcterms:modified>
</cp:coreProperties>
</file>